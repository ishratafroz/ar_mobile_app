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1327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AR Diet Monitoring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7889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EB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 Recognition &amp; Nutrition Estimation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Integrating Google Gemini multimodal AI into the AR scan pipeline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E7BFF"/>
          </a:solidFill>
          <a:ln w="12700">
            <a:solidFill>
              <a:srgbClr val="2E7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4630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2B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UPDATE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64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Objective &amp; Scope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66751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Goal: enhance real-time diet monitoring with AI food recognition 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capabilities delivered:</a:t>
            </a:r>
            <a:endParaRPr lang="en-US" sz="1500" dirty="0"/>
          </a:p>
          <a:p>
            <a:pPr marL="457200" lvl="1" indent="-2286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food recognition — identify the specific dish from the camera photo.</a:t>
            </a:r>
            <a:endParaRPr lang="en-US" sz="1500" dirty="0"/>
          </a:p>
          <a:p>
            <a:pPr marL="457200" lvl="1" indent="-2286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nutrition + portion estimation — grams, per-portion kcal, and per-100g macros.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USDA FoodData Central as the authoritative macro source when it has a match.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Graceful fallbacks so a scan is never a dead end.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99248" y="15270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33488" y="1371600"/>
            <a:ext cx="41605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76200" dist="25400" dir="5400000" algn="bl" rotWithShape="0">
              <a:srgbClr val="B8C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333488" y="1371600"/>
            <a:ext cx="82296" cy="2194560"/>
          </a:xfrm>
          <a:prstGeom prst="rect">
            <a:avLst/>
          </a:prstGeom>
          <a:solidFill>
            <a:srgbClr val="12B5A5"/>
          </a:solidFill>
          <a:ln w="12700">
            <a:solidFill>
              <a:srgbClr val="12B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534656" y="14813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34656" y="1828800"/>
            <a:ext cx="3794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real-time diet monitoring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CV food recognition + nutrition in AR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E7BFF"/>
          </a:solidFill>
          <a:ln w="12700">
            <a:solidFill>
              <a:srgbClr val="2E7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4630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2B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DELIVERABLES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64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Was Built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76200" dist="25400" dir="5400000" algn="bl" rotWithShape="0">
              <a:srgbClr val="B8C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82296" cy="2240280"/>
          </a:xfrm>
          <a:prstGeom prst="rect">
            <a:avLst/>
          </a:prstGeom>
          <a:solidFill>
            <a:srgbClr val="2E7BFF"/>
          </a:solidFill>
          <a:ln w="12700">
            <a:solidFill>
              <a:srgbClr val="2E7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148132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GeminiVision service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" y="1828800"/>
            <a:ext cx="32004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src/services/GeminiVision.js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structured-JSON call → foods[], portionGrams, portionLabel, per100g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analyzeFoodImageGemini() + nutritionFromGemini()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Model: gemini-flash-latest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137160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76200" dist="25400" dir="5400000" algn="bl" rotWithShape="0">
              <a:srgbClr val="B8C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97680" y="1371600"/>
            <a:ext cx="82296" cy="2240280"/>
          </a:xfrm>
          <a:prstGeom prst="rect">
            <a:avLst/>
          </a:prstGeom>
          <a:solidFill>
            <a:srgbClr val="12B5A5"/>
          </a:solidFill>
          <a:ln w="12700">
            <a:solidFill>
              <a:srgbClr val="12B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98848" y="148132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 flow rewired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98848" y="1828800"/>
            <a:ext cx="32004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App.js onScan() = Gemini-first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Photo capture via device camera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USDA / offline / Gemini fallbacks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Surfaces real error reason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37160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76200" dist="25400" dir="5400000" algn="bl" rotWithShape="0">
              <a:srgbClr val="B8C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046720" y="1371600"/>
            <a:ext cx="82296" cy="2240280"/>
          </a:xfrm>
          <a:prstGeom prst="rect">
            <a:avLst/>
          </a:prstGeom>
          <a:solidFill>
            <a:srgbClr val="44CC44"/>
          </a:solidFill>
          <a:ln w="12700">
            <a:solidFill>
              <a:srgbClr val="44CC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47888" y="148132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UI: portion shown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47888" y="1828800"/>
            <a:ext cx="32461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 overlay panel: "Portion ~Xg (Y kcal)"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Bottom bar: kcal / g summary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Details: "Portion (estimated)" section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Shows Recognized by: Gemini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76200" dist="25400" dir="5400000" algn="bl" rotWithShape="0">
              <a:srgbClr val="B8C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82296" cy="219456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9808" y="390448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keys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9808" y="425196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GEMINI_API_KEY added &amp; wired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 live against Gemini API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USDA key active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297680" y="379476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76200" dist="25400" dir="5400000" algn="bl" rotWithShape="0">
              <a:srgbClr val="B8C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297680" y="3794760"/>
            <a:ext cx="82296" cy="2194560"/>
          </a:xfrm>
          <a:prstGeom prst="rect">
            <a:avLst/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498848" y="390448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Dependency added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498848" y="425196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react-native-image-picker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Reliable camera still capture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Autolinked, APK rebuilt &amp; installed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247888" y="390448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47888" y="4251960"/>
            <a:ext cx="3246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E7BFF"/>
          </a:solidFill>
          <a:ln w="12700">
            <a:solidFill>
              <a:srgbClr val="2E7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4630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2B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64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 Data Flow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2E7BFF"/>
          </a:solidFill>
          <a:ln w="12700">
            <a:solidFill>
              <a:srgbClr val="2E7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93852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· Capture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camera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AF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snaps a still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33472" y="208483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472"/>
                </a:solidFill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80360" y="182880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12B5A5"/>
          </a:solidFill>
          <a:ln w="12700">
            <a:solidFill>
              <a:srgbClr val="12B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80360" y="193852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· Gemini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80360" y="22402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Recognize food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AF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portion + macros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10912" y="208483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472"/>
                </a:solidFill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257800" y="182880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44CC44"/>
          </a:solidFill>
          <a:ln w="12700">
            <a:solidFill>
              <a:srgbClr val="44CC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57800" y="193852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· USDA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57800" y="22402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Authoritative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AF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per-100g macros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88352" y="208483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472"/>
                </a:solidFill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35240" y="182880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635240" y="193852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· Risk + GI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635240" y="22402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glycemic index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765792" y="208483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472"/>
                </a:solidFill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012680" y="182880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012680" y="193852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· AR Overlay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12680" y="22402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Panel pinned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AF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camera view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3063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Fallback chain if a step has no result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fails / no food  →  Google Vision labels (note: currently disabled — billing off on its GCP project).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E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Portion (grams + per-portion kcal) is attached only on the Gemini path.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E7BFF"/>
          </a:solidFill>
          <a:ln w="12700">
            <a:solidFill>
              <a:srgbClr val="2E7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4630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64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Problem Solved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FF1F1"/>
          </a:solidFill>
          <a:ln w="12700">
            <a:solidFill>
              <a:srgbClr val="F3B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4813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Symptom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82880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scan returned "Gemini detected no food".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 screenshot came back fully black.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Fell through to Vision → HTTP 403.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EFFAF0"/>
          </a:solidFill>
          <a:ln w="12700">
            <a:solidFill>
              <a:srgbClr val="AEE0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0" y="14813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7E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46520" y="182880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Viro renders the camera to a GL SurfaceView.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view-shot / captureRef can't read it → black frame.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Viro takeScreenshot needs WRITE_EXTERNAL_STORAGE — ungrantable on Android 13+ (errorCode 1).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11109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2E7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39502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fix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4297680"/>
            <a:ext cx="10881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 a real photo with the device camera (react-native-image-picker launchCamera) instead of screenshotting the GL surface.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ARCore pauses while the camera intent is up, then resumes — no camera contention.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E7E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now receives a clear photo → accurate recognition, portion and nutrition.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E7BFF"/>
          </a:solidFill>
          <a:ln w="12700">
            <a:solidFill>
              <a:srgbClr val="2E7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4630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2B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64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 On Device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6583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&amp; installed on Moto G 5G (Android 15); ARCore active; camera permission granted.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API verified live (recognition + structured JSON + portion + macros).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scan of a mandarin returned a complete, sensible result: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0" y="1463040"/>
            <a:ext cx="4343400" cy="3108960"/>
          </a:xfrm>
          <a:prstGeom prst="roundRect">
            <a:avLst>
              <a:gd name="adj" fmla="val 2941"/>
            </a:avLst>
          </a:prstGeom>
          <a:solidFill>
            <a:srgbClr val="1A1F29"/>
          </a:solidFill>
          <a:ln w="12700">
            <a:solidFill>
              <a:srgbClr val="1A1F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0" y="16276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2B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SCAN OUTPUT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0" y="192024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mandarin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498080" y="25146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4CC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46 kcal</a:t>
            </a:r>
            <a:r>
              <a:rPr lang="en-US" sz="1300" dirty="0">
                <a:solidFill>
                  <a:srgbClr val="AAB3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for  </a:t>
            </a: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 g portion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98080" y="3063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 43</a:t>
            </a:r>
            <a:r>
              <a:rPr lang="en-US" sz="1200" dirty="0">
                <a:solidFill>
                  <a:srgbClr val="AAB3C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(low glycemic index)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498080" y="352044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44CC44"/>
          </a:solidFill>
          <a:ln w="12700">
            <a:solidFill>
              <a:srgbClr val="44CC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98080" y="3566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98080" y="41148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80060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21360" y="639165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2C6D64D-85D1-9160-7D5C-48BC58928A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6849" y="0"/>
            <a:ext cx="3478365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6831139-F1B4-2393-9FE1-DE855DD911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213" y="0"/>
            <a:ext cx="39590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828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440"/>
          </a:solidFill>
          <a:ln w="12700">
            <a:solidFill>
              <a:srgbClr val="0F24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E7BFF"/>
          </a:solidFill>
          <a:ln w="12700">
            <a:solidFill>
              <a:srgbClr val="2E7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4630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2B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1064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Known Limitations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76200" dist="25400" dir="5400000" algn="bl" rotWithShape="0">
              <a:srgbClr val="B8C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82296" cy="448056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152704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Known limitations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" y="1874520"/>
            <a:ext cx="5074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Vision fallback disabled (billing off on its GCP project) — Gemini is the working path.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free-tier rate limits: rapid scans can briefly 429 (auto-retry / rescan).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 opens the camera to take a photo (not an instant live-frame grab) — a workaround for the GL-surface capture limit.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 flow still uses USDA per-100g only (no portion).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food panel per scan (multi-item plate = stretch goal).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76200" dist="25400" dir="5400000" algn="bl" rotWithShape="0">
              <a:srgbClr val="B8C0CC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72200" y="1417320"/>
            <a:ext cx="82296" cy="4480560"/>
          </a:xfrm>
          <a:prstGeom prst="rect">
            <a:avLst/>
          </a:prstGeom>
          <a:solidFill>
            <a:srgbClr val="2E7BFF"/>
          </a:solidFill>
          <a:ln w="12700">
            <a:solidFill>
              <a:srgbClr val="2E7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73368" y="1527048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73368" y="187452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 "healthier alternative" as an AR overlay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Per-item detection &amp; multiple AR panels per plate.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Portion estimation on the PICK path too.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Wire iOS HealthKit alongside Google Fit.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Optional: enable billing to restore Vision as a true fallback.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F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testing for recognition accuracy &amp; AR usability (Goal 3).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2B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62000" y="201168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AEB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 a meal  →  Gemini identifies it, estimates the portion, and computes nutrition  →  USDA refines macros  →  GI + risk  →  AR overlay.Delivered: GeminiVision service · reworked SCAN pipeline · reliable camera capture · portion shown across AR panel, bottom bar &amp; details.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715</Words>
  <Application>Microsoft Office PowerPoint</Application>
  <PresentationFormat>Widescreen</PresentationFormat>
  <Paragraphs>115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 Diet Monitoring — Gemini Vision Integration</dc:title>
  <dc:subject>PptxGenJS Presentation</dc:subject>
  <dc:creator>AR Diet Monitoring</dc:creator>
  <cp:lastModifiedBy>Afroz, Umme</cp:lastModifiedBy>
  <cp:revision>8</cp:revision>
  <dcterms:created xsi:type="dcterms:W3CDTF">2026-06-04T15:35:32Z</dcterms:created>
  <dcterms:modified xsi:type="dcterms:W3CDTF">2026-06-04T16:11:34Z</dcterms:modified>
</cp:coreProperties>
</file>